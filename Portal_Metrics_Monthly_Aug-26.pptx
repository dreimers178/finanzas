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815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58158"/>
                </a:solidFill>
                <a:latin typeface="Calibri"/>
              </a:rPr>
              <a:t>Resolution distribution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B432"/>
              </a:solidFill>
              <a:effectLst/>
            </c:spPr>
          </c:dPt>
          <c:dPt>
            <c:idx val="1"/>
            <c:bubble3D val="0"/>
            <c:spPr>
              <a:solidFill>
                <a:srgbClr val="53B5E0"/>
              </a:solidFill>
              <a:effectLst/>
            </c:spPr>
          </c:dPt>
          <c:dPt>
            <c:idx val="2"/>
            <c:bubble3D val="0"/>
            <c:spPr>
              <a:solidFill>
                <a:srgbClr val="4292E1"/>
              </a:solidFill>
              <a:effectLst/>
            </c:spPr>
          </c:dPt>
          <c:dPt>
            <c:idx val="3"/>
            <c:bubble3D val="0"/>
            <c:spPr>
              <a:solidFill>
                <a:srgbClr val="ED8B1B"/>
              </a:solidFill>
              <a:effectLst/>
            </c:spPr>
          </c:dPt>
          <c:dPt>
            <c:idx val="4"/>
            <c:bubble3D val="0"/>
            <c:spPr>
              <a:solidFill>
                <a:srgbClr val="4A2ADB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Same day</c:v>
                </c:pt>
                <c:pt idx="1">
                  <c:v>1-2 d</c:v>
                </c:pt>
                <c:pt idx="2">
                  <c:v>2-4 d</c:v>
                </c:pt>
                <c:pt idx="3">
                  <c:v>4-7 d</c:v>
                </c:pt>
                <c:pt idx="4">
                  <c:v>&gt;7 d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3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1F2A4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815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58158"/>
                </a:solidFill>
                <a:latin typeface="Calibri"/>
              </a:rPr>
              <a:t>Avg. days by priority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days</c:v>
                </c:pt>
              </c:strCache>
            </c:strRef>
          </c:tx>
          <c:spPr>
            <a:solidFill>
              <a:srgbClr val="ED8B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4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Urgent</c:v>
                  </c:pt>
                  <c:pt idx="1">
                    <c:v>High</c:v>
                  </c:pt>
                  <c:pt idx="2">
                    <c:v>Normal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5.9</c:v>
                </c:pt>
                <c:pt idx="2">
                  <c:v>0.8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A4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040880" y="1188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qualtrics</a:t>
            </a:r>
            <a:pPr algn="r" indent="0" marL="0">
              <a:buNone/>
            </a:pPr>
            <a:r>
              <a:rPr lang="en-US" sz="900" b="1" baseline="3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</a:t>
            </a:r>
            <a:endParaRPr lang="en-US" sz="17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Uploads  ·  Aug - 26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29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42032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542032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B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542032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26864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26864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D8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d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626864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resolution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11696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11696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0B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711696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514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time by month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45720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14400"/>
                <a:gridCol w="914400"/>
                <a:gridCol w="822960"/>
                <a:gridCol w="868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same 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Chart 0" descr=""/>
          <p:cNvGraphicFramePr/>
          <p:nvPr/>
        </p:nvGraphicFramePr>
        <p:xfrm>
          <a:off x="5394960" y="2468880"/>
          <a:ext cx="34747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040880" y="1188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qualtrics</a:t>
            </a:r>
            <a:pPr algn="r" indent="0" marL="0">
              <a:buNone/>
            </a:pPr>
            <a:r>
              <a:rPr lang="en-US" sz="900" b="1" baseline="3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</a:t>
            </a:r>
            <a:endParaRPr lang="en-US" sz="17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Tesorio Tasks  ·  Aug - 26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29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42032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542032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D8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542032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resolution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26864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26864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0B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626864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11696" y="1325880"/>
            <a:ext cx="1965960" cy="9601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11696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B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711696" y="192938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today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514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time by month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45720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914400"/>
                <a:gridCol w="960120"/>
                <a:gridCol w="82296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same 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15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Chart 0" descr=""/>
          <p:cNvGraphicFramePr/>
          <p:nvPr/>
        </p:nvGraphicFramePr>
        <p:xfrm>
          <a:off x="5394960" y="2468880"/>
          <a:ext cx="34747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2026-09-03T22:59:03Z</dcterms:created>
  <dcterms:modified xsi:type="dcterms:W3CDTF">2026-09-03T22:59:03Z</dcterms:modified>
</cp:coreProperties>
</file>