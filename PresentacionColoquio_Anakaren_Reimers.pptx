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3840480" cy="38404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1097280"/>
            <a:ext cx="2103120" cy="21031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937760"/>
            <a:ext cx="3291840" cy="329184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5486400"/>
            <a:ext cx="1188720" cy="11887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65836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AUTÓNOMA DE ZACATECAS  «FRANCISCO GARCÍA SALINAS»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50976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Académica de Docencia Superior  ·  Maestría en Tecnología Informática Educativa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28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Nutrición en el aula</a:t>
            </a:r>
            <a:endParaRPr lang="en-US" sz="58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8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educativo basado en microaprendizaje en línea para niños de 5.º de primaria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9808" y="3977640"/>
            <a:ext cx="7223760" cy="1737360"/>
          </a:xfrm>
          <a:prstGeom prst="roundRect">
            <a:avLst>
              <a:gd name="adj" fmla="val 5263"/>
            </a:avLst>
          </a:prstGeom>
          <a:solidFill>
            <a:srgbClr val="1C46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160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L.N.C.A. Anakaren Ernestina Reimers Reyes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636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4636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Eduardo Rivera Arteaga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1114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Facilitadora: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51114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Ana María Reyes Romo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Coloquio de investigación   ·   Zacatecas, Zac.   ·   Mayo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METODOLÓGICA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congruencia</a:t>
            </a:r>
            <a:endParaRPr lang="en-US" sz="3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76200" marB="7620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Necesidad de fortalecer el nivel de conocimiento nutricional de los estudiantes de primaria mediante un taller educativo acorde con sus características y contexto escolar.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general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76200" marB="7620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¿Existen diferencias en el nivel de conocimiento nutricional de los estudiantes de 5.º de primaria antes y después de la implementación de una estrategia educativa basada en microaprendizaje?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general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76200" marB="7620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Implementar un taller en línea basado en microaprendizaje de cápsulas educativas sobre nutrición, dirigido a estudiantes de 5.º de primaria del Instituto Educativo Ammadeus, para promover la adquisición de conocimientos sobre alimentación saludable.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Hipótesis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76200" marB="7620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H1: El nivel de conocimiento nutricional será significativamente mayor después de la intervención.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H0: No existirán diferencias estadísticamente significativas antes y después de la intervención.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5468112" cy="749808"/>
          </a:xfrm>
          <a:prstGeom prst="roundRect">
            <a:avLst>
              <a:gd name="adj" fmla="val 10976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5532120"/>
            <a:ext cx="128016" cy="74980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553212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independiente
</a:t>
            </a:r>
            <a:pPr indent="0" marL="0">
              <a:buNone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educativo basado en microaprendizaje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5532120"/>
            <a:ext cx="5468112" cy="749808"/>
          </a:xfrm>
          <a:prstGeom prst="roundRect">
            <a:avLst>
              <a:gd name="adj" fmla="val 10976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72200" y="5532120"/>
            <a:ext cx="128016" cy="7498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92240" y="553212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
</a:t>
            </a:r>
            <a:pPr indent="0" marL="0">
              <a:buNone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conocimiento nutricional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en el aula  ·  Coloquio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y preguntas específicas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02736" cy="4206240"/>
          </a:xfrm>
          <a:prstGeom prst="roundRect">
            <a:avLst>
              <a:gd name="adj" fmla="val 2284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58368" cy="65836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72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21408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inicial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18688"/>
            <a:ext cx="2962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nivel inicial de conocimiento nutricional mediante un diagnóstico previo a la intervención.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498848"/>
            <a:ext cx="2962656" cy="0"/>
          </a:xfrm>
          <a:prstGeom prst="line">
            <a:avLst/>
          </a:prstGeom>
          <a:noFill/>
          <a:ln w="12700">
            <a:solidFill>
              <a:srgbClr val="CFE3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59028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837176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nivel de conocimiento nutricional de los estudiantes antes de la intervención educativa?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1737360"/>
            <a:ext cx="3602736" cy="4206240"/>
          </a:xfrm>
          <a:prstGeom prst="roundRect">
            <a:avLst>
              <a:gd name="adj" fmla="val 2284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057400"/>
            <a:ext cx="658368" cy="65836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09160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72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121408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digital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97180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218688"/>
            <a:ext cx="2962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estrategias y actividades educativas en formato digital aplicando principios de microaprendizaje.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4498848"/>
            <a:ext cx="2962656" cy="0"/>
          </a:xfrm>
          <a:prstGeom prst="line">
            <a:avLst/>
          </a:prstGeom>
          <a:noFill/>
          <a:ln w="12700">
            <a:solidFill>
              <a:srgbClr val="CFE3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459028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4837176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elementos digitales se pueden incluir en el taller para abordar contenidos de educación nutricional?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0" y="1737360"/>
            <a:ext cx="3602736" cy="4206240"/>
          </a:xfrm>
          <a:prstGeom prst="roundRect">
            <a:avLst>
              <a:gd name="adj" fmla="val 2284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49640" y="2057400"/>
            <a:ext cx="658368" cy="6583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49640" y="2039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72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2121408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del cambio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549640" y="297180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3218688"/>
            <a:ext cx="2962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los cambios en el nivel de conocimiento nutricional antes y después de la intervención.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49640" y="4498848"/>
            <a:ext cx="2962656" cy="0"/>
          </a:xfrm>
          <a:prstGeom prst="line">
            <a:avLst/>
          </a:prstGeom>
          <a:noFill/>
          <a:ln w="12700">
            <a:solidFill>
              <a:srgbClr val="CFE3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49640" y="459028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549640" y="4837176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cambios se presentan al comparar los resultados del pretest y el postest?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en el aula  ·  Coloquio 2026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teórico — Mapa conceptual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233672" y="1572768"/>
            <a:ext cx="3721608" cy="777240"/>
          </a:xfrm>
          <a:prstGeom prst="roundRect">
            <a:avLst>
              <a:gd name="adj" fmla="val 11765"/>
            </a:avLst>
          </a:prstGeom>
          <a:solidFill>
            <a:srgbClr val="14352A"/>
          </a:solidFill>
          <a:ln/>
          <a:effectLst>
            <a:outerShdw sx="100000" sy="100000" kx="0" ky="0" algn="bl" rotWithShape="0" blurRad="88900" dist="38100" dir="5400000">
              <a:srgbClr val="9BB3A6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233672" y="1572768"/>
            <a:ext cx="3721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Nutrición en el aula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de microaprendizaje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063240" y="2350008"/>
            <a:ext cx="3017520" cy="64008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08192" y="2350008"/>
            <a:ext cx="3063240" cy="64008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5074920" cy="713232"/>
          </a:xfrm>
          <a:prstGeom prst="roundRect">
            <a:avLst>
              <a:gd name="adj" fmla="val 11538"/>
            </a:avLst>
          </a:prstGeom>
          <a:solidFill>
            <a:srgbClr val="E76F5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7180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INDEPENDIENTE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Microaprendizaje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913632"/>
            <a:ext cx="24003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913632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y características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4700" y="3913632"/>
            <a:ext cx="24003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06140" y="3913632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teóricos: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cognitiva, multimedia y conectivismo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047488"/>
            <a:ext cx="24003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047488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cápsulas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e interactivas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14700" y="5047488"/>
            <a:ext cx="24003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06140" y="5047488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para 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activo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73952" y="2971800"/>
            <a:ext cx="5074920" cy="713232"/>
          </a:xfrm>
          <a:prstGeom prst="roundRect">
            <a:avLst>
              <a:gd name="adj" fmla="val 11538"/>
            </a:avLst>
          </a:prstGeom>
          <a:solidFill>
            <a:srgbClr val="2D6A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73952" y="297180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Conocimiento nutricional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73952" y="3913632"/>
            <a:ext cx="24003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65392" y="3913632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alimentaria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(FAO; Pérez-Rodrigo y Aranceta)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8572" y="3913632"/>
            <a:ext cx="24003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0012" y="3913632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en la infancia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73952" y="5047488"/>
            <a:ext cx="24003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65392" y="5047488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 del Bien Comer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Guías Alimentarias 2025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8572" y="5047488"/>
            <a:ext cx="24003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40012" y="5047488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escolares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educación nutricional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en el aula  ·  Coloquio 2026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· VARIABLE INDEPENDIENTE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Microaprendizaje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892040" cy="4480560"/>
          </a:xfrm>
          <a:prstGeom prst="roundRect">
            <a:avLst>
              <a:gd name="adj" fmla="val 1837"/>
            </a:avLst>
          </a:prstGeom>
          <a:solidFill>
            <a:srgbClr val="14352A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educativa que organiza el contenido en unidades breves, precisas y estructuradas, orientadas a objetivos específicos para facilitar la comprensión y la retención del conocimiento.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57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sobrecarga cognitiva y favorece la atención sostenida mediante cápsulas digitales breves e interactivas.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440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Betancur-Chicué y García-Valcárcel (2023); Silva et al. (2025); Leong et al. (2021)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teóricos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15000" y="2194560"/>
            <a:ext cx="5925312" cy="1170432"/>
          </a:xfrm>
          <a:prstGeom prst="roundRect">
            <a:avLst>
              <a:gd name="adj" fmla="val 7031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2468880"/>
            <a:ext cx="621792" cy="62179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0" y="24505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68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3408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 la Carga Cognitiva   </a:t>
            </a:r>
            <a:pPr indent="0" marL="0">
              <a:buNone/>
            </a:pPr>
            <a:r>
              <a:rPr lang="en-US" sz="11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Sweller (1988)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72491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de trabajo es limitada; segmentar el contenido reduce la carga extrínseca.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15000" y="3493008"/>
            <a:ext cx="5925312" cy="1170432"/>
          </a:xfrm>
          <a:prstGeom prst="roundRect">
            <a:avLst>
              <a:gd name="adj" fmla="val 7031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3767328"/>
            <a:ext cx="621792" cy="621792"/>
          </a:xfrm>
          <a:prstGeom prst="ellipse">
            <a:avLst/>
          </a:prstGeom>
          <a:solidFill>
            <a:srgbClr val="E4A0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3749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68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6393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del Aprendizaje Multimedia   </a:t>
            </a:r>
            <a:pPr indent="0" marL="0">
              <a:buNone/>
            </a:pPr>
            <a:r>
              <a:rPr lang="en-US" sz="1150" i="1" dirty="0">
                <a:solidFill>
                  <a:srgbClr val="E4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Mayer (2009)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402336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recursos visuales y verbales mejora la comprensión en entornos digitales.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715000" y="4791456"/>
            <a:ext cx="5925312" cy="1170432"/>
          </a:xfrm>
          <a:prstGeom prst="roundRect">
            <a:avLst>
              <a:gd name="adj" fmla="val 7031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5065776"/>
            <a:ext cx="621792" cy="62179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0" y="5047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68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937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Conectivismo   </a:t>
            </a:r>
            <a:pPr indent="0" marL="0">
              <a:buNone/>
            </a:pPr>
            <a:r>
              <a:rPr lang="en-US" sz="115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(2005)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532180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 se construye mediante la interacción con recursos y redes digitales.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en el aula  ·  Coloquio 2026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· VARIABLE DEPENDIENTE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Conocimiento nutricional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480560"/>
          </a:xfrm>
          <a:prstGeom prst="roundRect">
            <a:avLst>
              <a:gd name="adj" fmla="val 1837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67712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los principios básicos de la alimentación saludable: identificación de grupos de alimentos, equilibrio dietético y relación entre alimentación y salud.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nacionales de orientación alimentaria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1480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Plato del Bien Comer — NOM-043-SSA2-2012
</a:t>
            </a:r>
            <a:pPr indent="0" marL="0">
              <a:buNone/>
            </a:pPr>
            <a:r>
              <a:rPr lang="en-US" sz="13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Guías Alimentarias Saludables y Sostenibles para la Población Mexicana (2.ª ed., 2025)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532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estudio mide el conocimiento, no los hábitos ni indicadores clínicos.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691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cinco grupos de alimentos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0" y="2212848"/>
            <a:ext cx="57150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9904" y="2313432"/>
            <a:ext cx="438912" cy="43891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9904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48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21284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Verduras y frutas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0" y="2971800"/>
            <a:ext cx="57150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3072384"/>
            <a:ext cx="438912" cy="438912"/>
          </a:xfrm>
          <a:prstGeom prst="ellipse">
            <a:avLst/>
          </a:prstGeom>
          <a:solidFill>
            <a:srgbClr val="E4A0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89904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48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9718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Cereales integrales o de granos enteros y tubérculos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0" y="3730752"/>
            <a:ext cx="57150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3831336"/>
            <a:ext cx="438912" cy="43891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89904" y="3813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48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73075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Leguminosas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0" y="4489704"/>
            <a:ext cx="57150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4590288"/>
            <a:ext cx="438912" cy="43891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089904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48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4489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de origen animal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943600" y="5248656"/>
            <a:ext cx="57150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5349240"/>
            <a:ext cx="438912" cy="43891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89904" y="5330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48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524865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Aceites y grasas saludables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en el aula  ·  Coloquio 2026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metodológico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24912" cy="1828800"/>
          </a:xfrm>
          <a:prstGeom prst="roundRect">
            <a:avLst>
              <a:gd name="adj" fmla="val 4500"/>
            </a:avLst>
          </a:prstGeom>
          <a:solidFill>
            <a:srgbClr val="40916C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50008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Aplicada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493008" y="1691640"/>
            <a:ext cx="2724912" cy="1828800"/>
          </a:xfrm>
          <a:prstGeom prst="roundRect">
            <a:avLst>
              <a:gd name="adj" fmla="val 4500"/>
            </a:avLst>
          </a:prstGeom>
          <a:solidFill>
            <a:srgbClr val="2D6A4F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21608" y="19476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21608" y="2350008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Cuantitativo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37376" y="1691640"/>
            <a:ext cx="2724912" cy="1828800"/>
          </a:xfrm>
          <a:prstGeom prst="roundRect">
            <a:avLst>
              <a:gd name="adj" fmla="val 4500"/>
            </a:avLst>
          </a:prstGeom>
          <a:solidFill>
            <a:srgbClr val="E4A03B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665976" y="19476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65976" y="2350008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Descriptivo-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explicativo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381744" y="1691640"/>
            <a:ext cx="2724912" cy="1828800"/>
          </a:xfrm>
          <a:prstGeom prst="roundRect">
            <a:avLst>
              <a:gd name="adj" fmla="val 4500"/>
            </a:avLst>
          </a:prstGeom>
          <a:solidFill>
            <a:srgbClr val="E76F51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10344" y="19476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10344" y="2350008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Cuasiexperimental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pretest–postest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86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de la investigación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D8F3DC"/>
          </a:solidFill>
          <a:ln w="15875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617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36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Pretest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1846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inicial del conocimiento nutricional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032504" y="4910328"/>
            <a:ext cx="457200" cy="457200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44568" y="443484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D8F3DC"/>
          </a:solidFill>
          <a:ln w="15875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45736" y="4617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5413248" y="4636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Intervención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51846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microaprendizaje · 4 semanas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28432" y="4910328"/>
            <a:ext cx="457200" cy="457200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27" name="Shape 25"/>
          <p:cNvSpPr/>
          <p:nvPr/>
        </p:nvSpPr>
        <p:spPr>
          <a:xfrm>
            <a:off x="8540496" y="443484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D8F3DC"/>
          </a:solidFill>
          <a:ln w="15875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41664" y="4617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9409176" y="4636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Postest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796528" y="51846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final y comparación de resultados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en el aula  ·  Coloquio 2026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 · METODOLOGÍA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Sujetos de estudio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02736" cy="1874520"/>
          </a:xfrm>
          <a:prstGeom prst="roundRect">
            <a:avLst>
              <a:gd name="adj" fmla="val 4390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409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7889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estudiantes de 5.º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13639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total (3 grupos)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602736" cy="1874520"/>
          </a:xfrm>
          <a:prstGeom prst="roundRect">
            <a:avLst>
              <a:gd name="adj" fmla="val 4390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1874520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27889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estudiantes de 5.º «B»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313639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seleccionada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602736" cy="1874520"/>
          </a:xfrm>
          <a:prstGeom prst="roundRect">
            <a:avLst>
              <a:gd name="adj" fmla="val 4390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0" y="1874520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10–11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8485632" y="27889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años de edad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313639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mixto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D8F3DC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37947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Muestreo:  </a:t>
            </a:r>
            <a:pPr indent="0" marL="0">
              <a:buNone/>
            </a:pPr>
            <a:r>
              <a:rPr lang="en-US" sz="13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probabilístico por conveniencia · Instituto Educativo Ammadeus, Guadalupe, Zacatecas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546811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inclusión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12064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Inscritos en el grupo seleccionado.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consentimiento informado del tutor.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asentimiento del estudiante y que respondan pretest y postest.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4617720"/>
            <a:ext cx="546811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CFE3D6"/>
            </a:solidFill>
            <a:prstDash val="solid"/>
          </a:ln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4652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exclusión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12064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pertenecer al grupo seleccionado.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consentimiento del tutor o sin asentimiento.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responder completamente los instrumentos.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en el aula  ·  Coloquio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 · METODOLOGÍA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e instrumentos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14352A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Cuestionario de conocimiento nutricional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reactivos de opción múltiple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850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6850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(6 reactivos c/u)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811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0–24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45811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global (dicotómica)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5046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Técnicas: evaluación de conocimientos y observación (lista de cotejo).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6642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Dimensiones del cuestionario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00600" y="2148840"/>
            <a:ext cx="3346704" cy="1737360"/>
          </a:xfrm>
          <a:prstGeom prst="roundRect">
            <a:avLst>
              <a:gd name="adj" fmla="val 4737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0056" y="2368296"/>
            <a:ext cx="548640" cy="54864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0056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35000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 alimentación saludable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38344" y="3081528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principios y elecciones alimentarias adecuadas.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93608" y="2148840"/>
            <a:ext cx="3346704" cy="1737360"/>
          </a:xfrm>
          <a:prstGeom prst="roundRect">
            <a:avLst>
              <a:gd name="adj" fmla="val 4737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13064" y="2368296"/>
            <a:ext cx="548640" cy="548640"/>
          </a:xfrm>
          <a:prstGeom prst="ellipse">
            <a:avLst/>
          </a:prstGeom>
          <a:solidFill>
            <a:srgbClr val="E4A0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13064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60" dirty="0"/>
          </a:p>
        </p:txBody>
      </p:sp>
      <p:sp>
        <p:nvSpPr>
          <p:cNvPr id="22" name="Text 20"/>
          <p:cNvSpPr txBox="1"/>
          <p:nvPr/>
        </p:nvSpPr>
        <p:spPr>
          <a:xfrm>
            <a:off x="9162288" y="235000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de alimentos y clasificación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31352" y="3081528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clasificar alimentos por grupo.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4069080"/>
            <a:ext cx="3346704" cy="1737360"/>
          </a:xfrm>
          <a:prstGeom prst="roundRect">
            <a:avLst>
              <a:gd name="adj" fmla="val 4737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0056" y="4288536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0056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6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427024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Aportes y función nutricional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38344" y="5001768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aportes y funciones básicas de los alimentos.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93608" y="4069080"/>
            <a:ext cx="3346704" cy="1737360"/>
          </a:xfrm>
          <a:prstGeom prst="roundRect">
            <a:avLst>
              <a:gd name="adj" fmla="val 4737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13064" y="4288536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13064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60" dirty="0"/>
          </a:p>
        </p:txBody>
      </p:sp>
      <p:sp>
        <p:nvSpPr>
          <p:cNvPr id="32" name="Text 30"/>
          <p:cNvSpPr txBox="1"/>
          <p:nvPr/>
        </p:nvSpPr>
        <p:spPr>
          <a:xfrm>
            <a:off x="9162288" y="4270248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de recomendaciones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531352" y="5001768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las recomendaciones mexicanas en situaciones cotidianas.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5779008"/>
            <a:ext cx="6839712" cy="457200"/>
          </a:xfrm>
          <a:prstGeom prst="roundRect">
            <a:avLst>
              <a:gd name="adj" fmla="val 18000"/>
            </a:avLst>
          </a:prstGeom>
          <a:solidFill>
            <a:srgbClr val="D8F3DC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074920" y="577900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 de contenido:  </a:t>
            </a:r>
            <a:pPr indent="0" marL="0"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juicio de expertos en nutrición, educación y metodología (en proceso).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en el aula  ·  Coloquio 2026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 · DISEÑO DE LA INTERVENCIÓN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ADDIE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cinco fases del modelo ADDIE (Análisis, Diseño, Desarrollo, Implementación y Evaluación) se integran en tres etapas operativas.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02736" cy="3977640"/>
          </a:xfrm>
          <a:prstGeom prst="roundRect">
            <a:avLst>
              <a:gd name="adj" fmla="val 2284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3602736" cy="868680"/>
          </a:xfrm>
          <a:prstGeom prst="roundRect">
            <a:avLst>
              <a:gd name="adj" fmla="val 9474"/>
            </a:avLst>
          </a:prstGeom>
          <a:solidFill>
            <a:srgbClr val="4091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3969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9572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y diseño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30540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la población y del contexto escolar.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objetivos y contenidos con base en las Guías Alimentarias 2025 y la NOM-043.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cuestionario de 24 reactivos.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02736" cy="3977640"/>
          </a:xfrm>
          <a:prstGeom prst="roundRect">
            <a:avLst>
              <a:gd name="adj" fmla="val 2284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011680"/>
            <a:ext cx="3602736" cy="868680"/>
          </a:xfrm>
          <a:prstGeom prst="roundRect">
            <a:avLst>
              <a:gd name="adj" fmla="val 9474"/>
            </a:avLst>
          </a:prstGeom>
          <a:solidFill>
            <a:srgbClr val="E76F5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13969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39572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e implementación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063240"/>
            <a:ext cx="30540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de cápsulas digitales, recursos visuales y actividades interactivas.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taller durante 4 semanas con 25 estudiantes.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02736" cy="3977640"/>
          </a:xfrm>
          <a:prstGeom prst="roundRect">
            <a:avLst>
              <a:gd name="adj" fmla="val 2284"/>
            </a:avLst>
          </a:prstGeom>
          <a:solidFill>
            <a:srgbClr val="F4FAF6"/>
          </a:solidFill>
          <a:ln/>
          <a:effectLst>
            <a:outerShdw sx="100000" sy="100000" kx="0" ky="0" algn="bl" rotWithShape="0" blurRad="88900" dist="38100" dir="5400000">
              <a:srgbClr val="9BB3A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2011680"/>
            <a:ext cx="3602736" cy="868680"/>
          </a:xfrm>
          <a:prstGeom prst="roundRect">
            <a:avLst>
              <a:gd name="adj" fmla="val 9474"/>
            </a:avLst>
          </a:prstGeom>
          <a:solidFill>
            <a:srgbClr val="2D6A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213969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A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39572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 la intervención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063240"/>
            <a:ext cx="30540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del pretest y del postest.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formativa gamificada durante el taller.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resultados pre y post.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en el aula  ·  Coloquio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Aportación y avances del proyecto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C4636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938528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61872" y="186537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Aportación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77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virtual basado en microaprendizaje para fortalecer el conocimiento nutricional en estudiantes de 5.º de primaria.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45352" y="164592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C4636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1938528"/>
            <a:ext cx="256032" cy="256032"/>
          </a:xfrm>
          <a:prstGeom prst="ellipse">
            <a:avLst/>
          </a:prstGeom>
          <a:solidFill>
            <a:srgbClr val="E4A0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58584" y="186537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actual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377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de 24 reactivos diseñado y en validación de contenido mediante juicio de expertos.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C4636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950208"/>
            <a:ext cx="256032" cy="25603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61872" y="387705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esperado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3891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el conocimiento nutricional con contenidos breves, interactivos y contextualizados.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45352" y="365760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C4636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3950208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58584" y="387705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futuro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43891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taller y aplicar la evaluación pretest–postest para generar evidencia sobre el microaprendizaje.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 con los Objetivos de Desarrollo Sostenible — ODS 3: Salud y bienestar  ·  ODS 4: Educación de calidad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 ·  1 DE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167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Aranceta, J. (2012). Nutrición comunitaria y salud pública. Elsevier.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Interamericano de Desarrollo. (s. f.). Educación. https://www.iadb.org/es/quienes-somos/tematicas/educacion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Bermúdez, O., y Tucker, K. (2003). Trends in dietary patterns of Latin American populations. FAO.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Betancur-Chicué, V., y García-Valcárcel Muñoz-Repiso, A. (2023). Características del diseño de estrategias de microaprendizaje en escenarios educativos: revisión sistemática. RIED, 26(1), 201–222.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R. M. (2009). Instructional design: The ADDIE approach. Springer.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Díaz, M., y Ramírez, A. (2020). Impacto de un programa de educación nutricional en niños de nivel primaria en el Estado de México. Revista Mexicana de Educación y Salud, 10(2), 45–58.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FAO. (2013). Guía de educación alimentaria y nutricional para escuelas.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García, M., y col. (2019). La educación alimentaria nutricional en los adolescentes de secundaria. Jóvenes en la Ciencia, 5(2).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Gómez, E. (2008). Educación en nutrición en las escuelas primarias.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Hernández, F., y Gómez, P. (2018). Educación nutricional en escuelas rurales de Chiapas: una experiencia participativa. Revista Latinoamericana de Salud Comunitaria, 4(1), 15–27.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Nacional de Salud Pública. (2020). Encuesta Nacional de Salud y Nutrición 2020: resultados nacionales.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Leong, K., Sung, A., Au, D., y Blanchard, C. (2021). A review of the trend of microlearning. Journal of Work-Applied Management, 13(1), 88–102.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López Hernández, P. Y., Franco Trejo, C. S., Galicia Rodríguez, A. G., Arguelles Estrada, B. C., y Ornelas Pargas, A. C. (2024). Sobrepeso, obesidad y educación nutricional en una escuela primaria de Zacatecas. Revista Iberoamericana de Ciencias, 11(1), 1–15.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Luo, H., et al. (2025). Impact of microlearning on developing soft skills. Frontiers in Psychology, 1491265.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Mayer, R. E. (2009). Multimedia learning (2.ª ed.). Cambridge University Press.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en el aula  ·  Coloquio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 ·  2 DE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167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Mendoza, L., y Ruiz, J. (2021). Educación alimentaria y estilos de vida en estudiantes de primaria del estado de Veracruz. Educación y Desarrollo, 29(3), 60–75.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Morales, R., y Salazar, L. (2013). Educación alimentaria y nutricional en escolares mexicanos: una revisión de experiencias.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las Naciones Unidas. (2015). Transformar nuestro mundo: la Agenda 2030 para el Desarrollo Sostenible.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Pérez-Rodrigo, C., y Aranceta, J. (2001). School-based nutrition education: lessons learned and new perspectives. Public Health Nutrition, 4(1A), 131–139.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Educación Pública. (2021). La Nueva Escuela Mexicana: planes y programas de estudio.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Salud. (2012). NOM-043-SSA2-2012. Servicios básicos de salud. Promoción y educación para la salud en materia alimentaria. DOF.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Salud, INSP y UNICEF. (2025). Guías Alimentarias Saludables y Sostenibles para la Población Mexicana (2.ª ed., rev. 2025).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Siemens, G. (2005). Connectivism: a learning theory for the digital age. International Journal of Instructional Technology and Distance Learning, 2(1).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Silva, A. B. da, Piccoli, Â. B., y Pellanda, L. C. (2021). Knowledge and food practices questionnaire: construction and validation. Jornal de Pediatria, 97(2), 177–183.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Silva, E. S., Pires da Costa, W., de Lima, J. C., y Ferreira, J. C. (2025). Contribution of microlearning in basic education: a systematic review. Education Sciences, 15(3), 302.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Surbakti, R., Umboh, E. S., Pong, M., y Dara, S. (2024). Cognitive load theory: implications for instructional design in digital classrooms. International Journal of Educational Narratives, 2(6), 483–493.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Sweller, J. (1988). Cognitive load during problem solving: effects on learning. Cognitive Science, 12(2), 257–285.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UNESCO. (2017). Educación para los Objetivos de Desarrollo Sostenible: objetivos de aprendizaje.</a:t>
            </a:r>
            <a:endParaRPr lang="en-US" sz="1100" dirty="0"/>
          </a:p>
          <a:p>
            <a:pPr indent="0" marL="0">
              <a:lnSpc>
                <a:spcPct val="98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Vereecken, C., De Pauw, A., Van Cauwenbergh, S., y Maes, L. (2012). Development and test–retest reliability of a nutrition knowledge questionnaire for primary-school children. Public Health Nutrition, 15(9), 1630–1638.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en el aula  ·  Coloquio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419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840480" cy="38404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480560"/>
            <a:ext cx="3474720" cy="347472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914400"/>
            <a:ext cx="1280160" cy="12801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468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¡Muchas gracias por su atención!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D8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L.N.C.A. Anakaren Ernestina Reimers Reyes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Tecnología Informática Educativa  ·  UAZ  ·  Mayo 2026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Nutrición en el aula</dc:title>
  <dc:subject>PptxGenJS Presentation</dc:subject>
  <dc:creator>Anakaren Ernestina Reimers Reyes</dc:creator>
  <cp:lastModifiedBy>Anakaren Ernestina Reimers Reyes</cp:lastModifiedBy>
  <cp:revision>1</cp:revision>
  <dcterms:created xsi:type="dcterms:W3CDTF">2026-09-19T02:36:03Z</dcterms:created>
  <dcterms:modified xsi:type="dcterms:W3CDTF">2026-09-19T02:36:03Z</dcterms:modified>
</cp:coreProperties>
</file>